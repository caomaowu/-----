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296" r:id="rId22"/>
    <p:sldId id="302" r:id="rId23"/>
    <p:sldId id="303" r:id="rId24"/>
    <p:sldId id="304" r:id="rId25"/>
    <p:sldId id="312" r:id="rId26"/>
    <p:sldId id="313" r:id="rId27"/>
    <p:sldId id="30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wendu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65835" y="5575935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132080"/>
            <a:ext cx="12041505" cy="5286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wendu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VID_TIJIJUANQI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 </a:t>
            </a:r>
            <a:r>
              <a:rPr lang="zh-CN" altLang="en-US" dirty="0"/>
              <a:t>大部分卷气能顺着渣包方向被收集，但是箭头所示部位，存在轻微卷气。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4135"/>
            <a:ext cx="12041505" cy="5427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IMG_JUANQI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TIJIJUANQI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IMG_TIJIJUANQI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VID_QIPAO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箭头标记部位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IMG_QIPAO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0485" y="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98542" y="6236704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铸件内氧化物主要集中在</a:t>
            </a:r>
            <a:r>
              <a:rPr lang="en-US" altLang="zh-CN" sz="2400" dirty="0"/>
              <a:t>   </a:t>
            </a:r>
            <a:r>
              <a:rPr lang="zh-CN" altLang="en-US" sz="2400" dirty="0"/>
              <a:t>。建议加大对应部位的渣包</a:t>
            </a:r>
            <a:r>
              <a:rPr lang="zh-CN" altLang="en-US" sz="2400" dirty="0"/>
              <a:t>体积。</a:t>
            </a:r>
            <a:endParaRPr lang="zh-CN" alt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铸件内氧化物含量约为</a:t>
            </a:r>
            <a:r>
              <a:rPr lang="en-US" altLang="zh-CN" sz="2400" dirty="0"/>
              <a:t> VAL_</a:t>
            </a:r>
            <a:r>
              <a:rPr lang="en-US" altLang="zh-CN" sz="2400">
                <a:sym typeface="+mn-ea"/>
              </a:rPr>
              <a:t>tijiyanghua</a:t>
            </a:r>
            <a:r>
              <a:rPr lang="en-US" altLang="zh-CN" sz="2400" dirty="0"/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36525"/>
            <a:ext cx="12041505" cy="5354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tijiyanghua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485" y="18796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凝固与缩孔（缩孔率和缩孔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52959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52959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VID_suokongtiji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223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207770" y="6203315"/>
            <a:ext cx="103270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suokonglv 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suokongtiji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39878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39878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IMG_suokongtiji</a:t>
            </a:r>
            <a:endParaRPr lang="en-US" alt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VID_REJIE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6129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IMG_REJIE</a:t>
            </a:r>
            <a:endParaRPr lang="en-US" alt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6037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9748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VAL_</a:t>
            </a:r>
            <a:r>
              <a:rPr lang="en-US" altLang="zh-CN" sz="3200">
                <a:sym typeface="+mn-ea"/>
              </a:rPr>
              <a:t>suokonglv 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 </a:t>
            </a:r>
            <a:r>
              <a:rPr lang="en-US" altLang="zh-CN" sz="3200" dirty="0">
                <a:sym typeface="+mn-ea"/>
              </a:rPr>
              <a:t>VAL_</a:t>
            </a:r>
            <a:r>
              <a:rPr lang="en-US" altLang="zh-CN" sz="3200">
                <a:sym typeface="+mn-ea"/>
              </a:rPr>
              <a:t>suokongtiji 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</Words>
  <Application>WPS 演示</Application>
  <PresentationFormat>宽屏</PresentationFormat>
  <Paragraphs>108</Paragraphs>
  <Slides>26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name-模流分析报告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317</cp:revision>
  <dcterms:created xsi:type="dcterms:W3CDTF">2023-08-09T12:44:00Z</dcterms:created>
  <dcterms:modified xsi:type="dcterms:W3CDTF">2026-03-07T05:54:23Z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48E4DDF4A3CC46BF9DA6514C99E0020A_13</vt:lpwstr>
  </property>
</Properties>
</file>