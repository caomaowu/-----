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314" r:id="rId7"/>
    <p:sldId id="285" r:id="rId8"/>
    <p:sldId id="258" r:id="rId9"/>
    <p:sldId id="315" r:id="rId10"/>
    <p:sldId id="298" r:id="rId11"/>
    <p:sldId id="279" r:id="rId12"/>
    <p:sldId id="289" r:id="rId13"/>
    <p:sldId id="293" r:id="rId14"/>
    <p:sldId id="294" r:id="rId15"/>
    <p:sldId id="263" r:id="rId16"/>
    <p:sldId id="316" r:id="rId17"/>
    <p:sldId id="299" r:id="rId18"/>
    <p:sldId id="311" r:id="rId19"/>
    <p:sldId id="280" r:id="rId20"/>
    <p:sldId id="282" r:id="rId21"/>
    <p:sldId id="317" r:id="rId22"/>
    <p:sldId id="284" r:id="rId23"/>
    <p:sldId id="295" r:id="rId24"/>
    <p:sldId id="300" r:id="rId25"/>
    <p:sldId id="296" r:id="rId26"/>
    <p:sldId id="302" r:id="rId27"/>
    <p:sldId id="303" r:id="rId28"/>
    <p:sldId id="304" r:id="rId29"/>
    <p:sldId id="312" r:id="rId30"/>
    <p:sldId id="313" r:id="rId31"/>
    <p:sldId id="30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AI_wendu 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AI_JUANQI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755" y="1232535"/>
            <a:ext cx="5438140" cy="3413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301105" y="1232535"/>
            <a:ext cx="5427980" cy="347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</a:t>
            </a:r>
            <a:r>
              <a:rPr lang="zh-CN" altLang="en-US" sz="2400" dirty="0"/>
              <a:t>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方框标记部位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铸件内氧化物含量较高，渣包体积太小，导致熔渣无法充分排出，</a:t>
            </a:r>
            <a:r>
              <a:rPr lang="zh-CN" altLang="en-US" sz="2400" dirty="0"/>
              <a:t>氧化夹杂风险显著升高。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-14605" y="1294765"/>
            <a:ext cx="5796280" cy="3442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0780" y="1367790"/>
            <a:ext cx="5796280" cy="3442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6037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9748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0.55%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25cm³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WPS 演示</Application>
  <PresentationFormat>宽屏</PresentationFormat>
  <Paragraphs>132</Paragraphs>
  <Slides>30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315</cp:revision>
  <dcterms:created xsi:type="dcterms:W3CDTF">2023-08-09T12:44:00Z</dcterms:created>
  <dcterms:modified xsi:type="dcterms:W3CDTF">2026-02-03T00:37:57Z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