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285" r:id="rId7"/>
    <p:sldId id="258" r:id="rId8"/>
    <p:sldId id="298" r:id="rId9"/>
    <p:sldId id="279" r:id="rId10"/>
    <p:sldId id="289" r:id="rId11"/>
    <p:sldId id="293" r:id="rId12"/>
    <p:sldId id="294" r:id="rId13"/>
    <p:sldId id="263" r:id="rId14"/>
    <p:sldId id="299" r:id="rId15"/>
    <p:sldId id="311" r:id="rId16"/>
    <p:sldId id="280" r:id="rId17"/>
    <p:sldId id="282" r:id="rId18"/>
    <p:sldId id="284" r:id="rId19"/>
    <p:sldId id="295" r:id="rId20"/>
    <p:sldId id="300" r:id="rId21"/>
    <p:sldId id="301" r:id="rId22"/>
    <p:sldId id="296" r:id="rId23"/>
    <p:sldId id="302" r:id="rId24"/>
    <p:sldId id="303" r:id="rId25"/>
    <p:sldId id="304" r:id="rId26"/>
    <p:sldId id="30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19991560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侧板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2025.12.18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014773" y="596103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工艺抽真空与</a:t>
            </a:r>
            <a:r>
              <a:rPr lang="zh-CN" altLang="en-US" dirty="0"/>
              <a:t>点冷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2" name="VID_wendu"/>
          <p:cNvSpPr/>
          <p:nvPr/>
        </p:nvSpPr>
        <p:spPr>
          <a:xfrm>
            <a:off x="67945" y="391795"/>
            <a:ext cx="12063730" cy="56292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7310" y="6220460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2" name="IMG_wendu"/>
          <p:cNvSpPr/>
          <p:nvPr/>
        </p:nvSpPr>
        <p:spPr>
          <a:xfrm>
            <a:off x="116205" y="89535"/>
            <a:ext cx="11862435" cy="5892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2" name="VID_juanqi"/>
          <p:cNvSpPr/>
          <p:nvPr/>
        </p:nvSpPr>
        <p:spPr>
          <a:xfrm>
            <a:off x="77470" y="460375"/>
            <a:ext cx="12045315" cy="55810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4" name="VID_tijuanqi"/>
          <p:cNvSpPr/>
          <p:nvPr/>
        </p:nvSpPr>
        <p:spPr>
          <a:xfrm>
            <a:off x="86995" y="405765"/>
            <a:ext cx="11958955" cy="57607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028055"/>
            <a:ext cx="10043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大部分卷气能顺着渣包方向被收集，但是箭头所示部位，存在轻微卷</a:t>
            </a:r>
            <a:r>
              <a:rPr lang="zh-CN" altLang="en-US" sz="2400" dirty="0"/>
              <a:t>气。</a:t>
            </a:r>
            <a:endParaRPr lang="zh-CN" altLang="en-US" sz="2400" dirty="0"/>
          </a:p>
        </p:txBody>
      </p:sp>
      <p:sp>
        <p:nvSpPr>
          <p:cNvPr id="2" name="IMG_juanqi"/>
          <p:cNvSpPr/>
          <p:nvPr/>
        </p:nvSpPr>
        <p:spPr>
          <a:xfrm>
            <a:off x="76835" y="70485"/>
            <a:ext cx="12115800" cy="58305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0.06g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" name="IMG_tijuanqi"/>
          <p:cNvSpPr/>
          <p:nvPr/>
        </p:nvSpPr>
        <p:spPr>
          <a:xfrm>
            <a:off x="0" y="123190"/>
            <a:ext cx="12191365" cy="58648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2" name="VID_qipao"/>
          <p:cNvSpPr/>
          <p:nvPr/>
        </p:nvSpPr>
        <p:spPr>
          <a:xfrm>
            <a:off x="0" y="398145"/>
            <a:ext cx="12059920" cy="57099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主要集中在卷气严重区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方框标记部位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3" name="IMG_qipao"/>
          <p:cNvSpPr/>
          <p:nvPr/>
        </p:nvSpPr>
        <p:spPr>
          <a:xfrm>
            <a:off x="0" y="70485"/>
            <a:ext cx="12087860" cy="605028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2" name="VID_yanghuazha"/>
          <p:cNvSpPr/>
          <p:nvPr/>
        </p:nvSpPr>
        <p:spPr>
          <a:xfrm>
            <a:off x="-635" y="398780"/>
            <a:ext cx="12070080" cy="5642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2" name="VID_tijiyanghua"/>
          <p:cNvSpPr/>
          <p:nvPr/>
        </p:nvSpPr>
        <p:spPr>
          <a:xfrm>
            <a:off x="0" y="398780"/>
            <a:ext cx="12063730" cy="56324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铸件内氧化物含量较高，渣包体积太小，导致熔渣无法充分排出，卷气夹杂风险显著升高。</a:t>
            </a:r>
            <a:endParaRPr lang="zh-CN" altLang="en-US" sz="2400" dirty="0"/>
          </a:p>
        </p:txBody>
      </p:sp>
      <p:sp>
        <p:nvSpPr>
          <p:cNvPr id="2" name="IMG_yanghuazha"/>
          <p:cNvSpPr/>
          <p:nvPr/>
        </p:nvSpPr>
        <p:spPr>
          <a:xfrm>
            <a:off x="83185" y="0"/>
            <a:ext cx="11993245" cy="57118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</a:t>
            </a:r>
            <a:r>
              <a:rPr lang="en-US" altLang="zh-CN" sz="2400" dirty="0"/>
              <a:t>1111G</a:t>
            </a:r>
            <a:endParaRPr lang="en-US" altLang="zh-CN" sz="2400" dirty="0"/>
          </a:p>
        </p:txBody>
      </p:sp>
      <p:sp>
        <p:nvSpPr>
          <p:cNvPr id="2" name="IMG_tijiyanghua"/>
          <p:cNvSpPr/>
          <p:nvPr/>
        </p:nvSpPr>
        <p:spPr>
          <a:xfrm>
            <a:off x="71755" y="0"/>
            <a:ext cx="12120245" cy="58654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4" name="VID_liaoliuzhuizong"/>
          <p:cNvSpPr/>
          <p:nvPr/>
        </p:nvSpPr>
        <p:spPr>
          <a:xfrm>
            <a:off x="96520" y="398780"/>
            <a:ext cx="12018010" cy="56318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IMG_liaoliuzhuizong"/>
          <p:cNvSpPr/>
          <p:nvPr/>
        </p:nvSpPr>
        <p:spPr>
          <a:xfrm>
            <a:off x="73025" y="92710"/>
            <a:ext cx="12119610" cy="57810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2" name="VID_suokong"/>
          <p:cNvSpPr/>
          <p:nvPr/>
        </p:nvSpPr>
        <p:spPr>
          <a:xfrm>
            <a:off x="95885" y="292735"/>
            <a:ext cx="11982450" cy="574738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2" name="VID_suokonglv"/>
          <p:cNvSpPr/>
          <p:nvPr/>
        </p:nvSpPr>
        <p:spPr>
          <a:xfrm>
            <a:off x="84455" y="398780"/>
            <a:ext cx="12028805" cy="57677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2" name="VID_suokongtiji"/>
          <p:cNvSpPr/>
          <p:nvPr/>
        </p:nvSpPr>
        <p:spPr>
          <a:xfrm>
            <a:off x="635" y="398780"/>
            <a:ext cx="12054205" cy="5721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95350" y="6028055"/>
            <a:ext cx="10548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</a:t>
            </a:r>
            <a:r>
              <a:rPr lang="zh-CN" altLang="en-US" sz="2400" dirty="0"/>
              <a:t>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缩孔形成时间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，浇口冷却时间为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7" name="IMG_suokong"/>
          <p:cNvSpPr/>
          <p:nvPr/>
        </p:nvSpPr>
        <p:spPr>
          <a:xfrm>
            <a:off x="107950" y="78105"/>
            <a:ext cx="11982450" cy="58413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645920" y="6203315"/>
            <a:ext cx="7358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/>
              <a:t>0.55%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0.75cm³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IMG_suokonglv"/>
          <p:cNvSpPr/>
          <p:nvPr/>
        </p:nvSpPr>
        <p:spPr>
          <a:xfrm>
            <a:off x="0" y="0"/>
            <a:ext cx="5961380" cy="59334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IMG_suokongtiji"/>
          <p:cNvSpPr/>
          <p:nvPr/>
        </p:nvSpPr>
        <p:spPr>
          <a:xfrm>
            <a:off x="6307455" y="34925"/>
            <a:ext cx="5884545" cy="58985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2" name="VID_rejie"/>
          <p:cNvSpPr/>
          <p:nvPr/>
        </p:nvSpPr>
        <p:spPr>
          <a:xfrm>
            <a:off x="-635" y="389890"/>
            <a:ext cx="12193270" cy="563499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</a:t>
            </a:r>
            <a:endParaRPr lang="zh-CN" altLang="en-US" sz="2400" dirty="0"/>
          </a:p>
        </p:txBody>
      </p:sp>
      <p:sp>
        <p:nvSpPr>
          <p:cNvPr id="2" name="IMG_rejie"/>
          <p:cNvSpPr/>
          <p:nvPr/>
        </p:nvSpPr>
        <p:spPr>
          <a:xfrm>
            <a:off x="0" y="635"/>
            <a:ext cx="12192000" cy="5848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yttyyy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5826" y="1614059"/>
            <a:ext cx="10955044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、根据仿真结果来看，渣包体积较小，无法充分容纳</a:t>
            </a:r>
            <a:r>
              <a:rPr lang="zh-CN" altLang="en-US" sz="3200" dirty="0">
                <a:sym typeface="+mn-ea"/>
              </a:rPr>
              <a:t>氧化物。</a:t>
            </a:r>
            <a:endParaRPr lang="zh-CN" altLang="en-US" sz="3200" dirty="0">
              <a:sym typeface="+mn-ea"/>
            </a:endParaRPr>
          </a:p>
          <a:p>
            <a:pPr algn="just"/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0.55%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0.75cm³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WPS 演示</Application>
  <PresentationFormat>宽屏</PresentationFormat>
  <Paragraphs>62</Paragraphs>
  <Slides>25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19991560侧板-模流分析报告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262</cp:revision>
  <dcterms:created xsi:type="dcterms:W3CDTF">2023-08-09T12:44:00Z</dcterms:created>
  <dcterms:modified xsi:type="dcterms:W3CDTF">2025-12-22T09:42:26Z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48E4DDF4A3CC46BF9DA6514C99E0020A_13</vt:lpwstr>
  </property>
</Properties>
</file>