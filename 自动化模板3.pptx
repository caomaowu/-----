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62000" y="449580"/>
            <a:ext cx="11052810" cy="5247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VID_wendu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62000" y="449580"/>
            <a:ext cx="11052810" cy="5247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IMG_wendu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6860" y="467360"/>
            <a:ext cx="5819140" cy="4555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VID_qipao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235700" y="675005"/>
            <a:ext cx="5300345" cy="5148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VID_juanqi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WPS 演示</Application>
  <PresentationFormat>宽屏</PresentationFormat>
  <Paragraphs>8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   </cp:lastModifiedBy>
  <cp:revision>160</cp:revision>
  <dcterms:created xsi:type="dcterms:W3CDTF">2019-06-19T02:08:00Z</dcterms:created>
  <dcterms:modified xsi:type="dcterms:W3CDTF">2026-01-31T06:43:57Z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E3F3BCD1CF4D4D82928660AD85AAB969_11</vt:lpwstr>
  </property>
</Properties>
</file>